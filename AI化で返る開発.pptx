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5A37A8-52B0-CFD3-1AC7-A08D4A567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2F63D8-6AED-E8B5-BFD2-38F5AFEF6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08F34C-44B6-48F7-97EA-2D09BEC6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1DBFAC-0D08-5DAA-E82D-65B62F3A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BD01A3-2FB9-A90F-66EA-E2F2F447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911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3BD1E-42F6-A959-C780-DE82DBE7A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AB7183-5244-F3AD-A02B-04E7801E3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154BDF-C320-C700-EF26-BBB9784B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16674B-3E15-5600-0B5E-DEE12834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6C0E66-0ED6-4F49-96EC-38803121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005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3B9143-0BD2-DD93-BD6B-E9D0164F4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B3FE0E-CF70-5A06-C9F1-D9857BADD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A76C44-41F3-2ADC-CD80-2CA845EF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F651D6-FDCE-F362-B7BC-4A2D1B53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34B24-E8FB-5540-64B6-296D07F6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99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0F319D-E540-0729-0DDF-23D949D4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AA89D56-2262-161C-4CE1-68B786D17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88E446E-AD86-975B-3CD5-A694615FB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161702-A9C8-28EF-6C1B-1179C624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52B004-DECC-ED84-1D36-6669C46F6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997351-EADA-3CE8-1CC6-4D3C41297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597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22989A-4C31-6DEC-D2B5-AEC8CAC1D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F22EF0-008D-E565-7AD5-A312CD296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007BEEB-3CFF-9609-7846-BE46D4B39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F58F83A-3354-2DE9-65A7-3F0E827EB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E8AAC38-699C-0636-2A5A-E61A300AA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D856FB7-2EFC-5383-CC3E-21B33F92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1417FD8-4A4F-8ECE-A037-38C5FFF9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F1F118-F9C9-EF74-8F29-9D2C7C03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441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0358A7-3BFD-AECC-9E07-E5E1A0290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A2E1FCA-4128-124E-1D46-BF0ECAB6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4BDBACF-9D77-D83A-B984-AF33549D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A920987-EB69-3D39-12F5-259D4E47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68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263171-4C27-D69E-F265-C02F5419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3897D3-B7F4-EB63-11B4-CB66C3E89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C5A97A-1157-671A-4D0B-0AF950B8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07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82FA5-59D6-E8D8-6041-7EA98788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C41B27-02D3-D33B-C6BF-117CA7587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4A6FCA-6CE4-E73D-3F5B-08445BCA2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702A35-7040-030F-CE8C-7334EF53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9F83D6-A2D5-1E49-A4C3-E62454C2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8141B7-EC99-8B35-C57E-DAA269F6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379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0A6801-A89A-9C20-1E60-A71F5F462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4BC1619-1586-E71F-C836-4918D6DF8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0F19D00-9C0F-5CC1-1512-604E1A515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008B23-5696-35F9-8BDB-1A179A7C2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541EF9-4CC4-57F5-757E-E0E5E472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3F2F2A-FA92-7AE2-03B1-A2605D6A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7262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588FA5-5E2D-1CD8-1282-0ACFAB9F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E80044-23AC-E38B-B93A-BE37C8EB1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F87A3A-C4C9-2131-DE38-B46A8501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41DEA4-260C-6138-5D13-8FE8AAC57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32AC9C-08D3-C1FA-B922-A0EE385D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2461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0C1E0B5-CFC0-1095-99D5-A539E00F9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1AA596-8254-2260-94B6-14B2CA40B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3B194C-C29D-D474-6371-89F22F41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A5082C-A21A-59A7-1535-5E4DCC7B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8F6AA6-416A-28F4-6DCC-5A8D6E081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21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1EC5D0-2963-B0D1-1F6A-6CC414BCD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879510-932A-8B21-4FEF-2E3FA5E84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312A73-C808-B152-53CF-69105A81A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C5CED-EFF3-42E4-A298-A88623B9F126}" type="datetimeFigureOut">
              <a:rPr kumimoji="1" lang="ja-JP" altLang="en-US" smtClean="0"/>
              <a:t>2025/11/9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7D2B59-73A8-8BED-8ABC-8C62C80B1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F6DECF-1748-F2F5-BA8A-645E1FB9E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2F797-F0EC-4F0C-9AF2-8187B18A6F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77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4CB170B-DAC9-6FD7-CA73-8755618E4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33194"/>
              </p:ext>
            </p:extLst>
          </p:nvPr>
        </p:nvGraphicFramePr>
        <p:xfrm>
          <a:off x="451503" y="1377389"/>
          <a:ext cx="11247436" cy="4351339"/>
        </p:xfrm>
        <a:graphic>
          <a:graphicData uri="http://schemas.openxmlformats.org/drawingml/2006/table">
            <a:tbl>
              <a:tblPr/>
              <a:tblGrid>
                <a:gridCol w="2811859">
                  <a:extLst>
                    <a:ext uri="{9D8B030D-6E8A-4147-A177-3AD203B41FA5}">
                      <a16:colId xmlns:a16="http://schemas.microsoft.com/office/drawing/2014/main" val="3414037579"/>
                    </a:ext>
                  </a:extLst>
                </a:gridCol>
                <a:gridCol w="2811859">
                  <a:extLst>
                    <a:ext uri="{9D8B030D-6E8A-4147-A177-3AD203B41FA5}">
                      <a16:colId xmlns:a16="http://schemas.microsoft.com/office/drawing/2014/main" val="2033684172"/>
                    </a:ext>
                  </a:extLst>
                </a:gridCol>
                <a:gridCol w="2811859">
                  <a:extLst>
                    <a:ext uri="{9D8B030D-6E8A-4147-A177-3AD203B41FA5}">
                      <a16:colId xmlns:a16="http://schemas.microsoft.com/office/drawing/2014/main" val="1700729228"/>
                    </a:ext>
                  </a:extLst>
                </a:gridCol>
                <a:gridCol w="2811859">
                  <a:extLst>
                    <a:ext uri="{9D8B030D-6E8A-4147-A177-3AD203B41FA5}">
                      <a16:colId xmlns:a16="http://schemas.microsoft.com/office/drawing/2014/main" val="2572087057"/>
                    </a:ext>
                  </a:extLst>
                </a:gridCol>
              </a:tblGrid>
              <a:tr h="30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開発段階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今の課題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500"/>
                        <a:t>AI</a:t>
                      </a:r>
                      <a:r>
                        <a:rPr lang="ja-JP" altLang="en-US" sz="1500"/>
                        <a:t>導入後の変化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組織へのインパクト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354272"/>
                  </a:ext>
                </a:extLst>
              </a:tr>
              <a:tr h="992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 b="1"/>
                        <a:t>① 設計構想・リスク検討</a:t>
                      </a:r>
                      <a:endParaRPr lang="ja-JP" altLang="en-US" sz="1500"/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500"/>
                        <a:t>FMEA</a:t>
                      </a:r>
                      <a:r>
                        <a:rPr lang="ja-JP" altLang="en-US" sz="1500"/>
                        <a:t>でリスクは出るが、定量判断できない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過去設計・評価データを</a:t>
                      </a:r>
                      <a:r>
                        <a:rPr lang="en-US" altLang="ja-JP" sz="1500"/>
                        <a:t>AI</a:t>
                      </a:r>
                      <a:r>
                        <a:rPr lang="ja-JP" altLang="en-US" sz="1500"/>
                        <a:t>が照合し、「類似条件での不良率傾向」を提示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リスクレビューの質が上がり、重点対策領域を早期特定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442297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 b="1"/>
                        <a:t>② 試作検証フェーズ</a:t>
                      </a:r>
                      <a:endParaRPr lang="ja-JP" altLang="en-US" sz="1500"/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 dirty="0"/>
                        <a:t>試作回数が限られ、因果が特定できない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500"/>
                        <a:t>AI</a:t>
                      </a:r>
                      <a:r>
                        <a:rPr lang="ja-JP" altLang="en-US" sz="1500"/>
                        <a:t>が要因影響を推定し、最も情報量の大きい試作条件を提案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少試作でリスク検証が進み、リードタイム短縮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411686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 b="1"/>
                        <a:t>③ 工程条件設定</a:t>
                      </a:r>
                      <a:endParaRPr lang="ja-JP" altLang="en-US" sz="1500"/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設定根拠が経験に依存し、再現性が低い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500" dirty="0"/>
                        <a:t>AI</a:t>
                      </a:r>
                      <a:r>
                        <a:rPr lang="ja-JP" altLang="en-US" sz="1500" dirty="0"/>
                        <a:t>が良品群・不良群を比較し、条件の影響度を定量化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工程管理値がデータに基づいて設定され、初期安定が早まる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250416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 b="1"/>
                        <a:t>④ 量産初期トラブル対応</a:t>
                      </a:r>
                      <a:endParaRPr lang="ja-JP" altLang="en-US" sz="1500"/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不具合発生時の原因特定に時間がかかる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500"/>
                        <a:t>AI</a:t>
                      </a:r>
                      <a:r>
                        <a:rPr lang="ja-JP" altLang="en-US" sz="1500"/>
                        <a:t>が過去の対策・装置差データを即検索し、原因候補を提示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立ち上げ時の不具合対応スピードが大幅向上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540863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 b="1"/>
                        <a:t>⑤ 知識継承・再利用</a:t>
                      </a:r>
                      <a:endParaRPr lang="ja-JP" altLang="en-US" sz="1500"/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/>
                        <a:t>開発終了後、知識が人に埋もれる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500"/>
                        <a:t>AI</a:t>
                      </a:r>
                      <a:r>
                        <a:rPr lang="ja-JP" altLang="en-US" sz="1500"/>
                        <a:t>が設計～量産までの履歴を知識化し、次開発で即参照可能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500" dirty="0"/>
                        <a:t>開発の立ち上げスピードが累積的に上がる</a:t>
                      </a:r>
                    </a:p>
                  </a:txBody>
                  <a:tcPr marL="76339" marR="76339" marT="38170" marB="3817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40945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D39DCA4-D08D-4499-BFA1-4E79ED350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03" y="482941"/>
            <a:ext cx="107095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💬 </a:t>
            </a:r>
            <a:r>
              <a:rPr kumimoji="0" lang="ja-JP" altLang="ja-JP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要は、AIで変わるのは「判断の根拠の出し方」と「リスクを潰す順番」。</a:t>
            </a:r>
            <a:b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ja-JP" altLang="ja-JP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それが結果として歩留まりの立ち上げスピードを上げる。</a:t>
            </a:r>
          </a:p>
        </p:txBody>
      </p:sp>
    </p:spTree>
    <p:extLst>
      <p:ext uri="{BB962C8B-B14F-4D97-AF65-F5344CB8AC3E}">
        <p14:creationId xmlns:p14="http://schemas.microsoft.com/office/powerpoint/2010/main" val="403563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260</Words>
  <Application>Microsoft Office PowerPoint</Application>
  <PresentationFormat>ワイド画面</PresentationFormat>
  <Paragraphs>25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幸隆 浦</dc:creator>
  <cp:lastModifiedBy>幸隆 浦</cp:lastModifiedBy>
  <cp:revision>1</cp:revision>
  <dcterms:created xsi:type="dcterms:W3CDTF">2025-11-09T13:44:35Z</dcterms:created>
  <dcterms:modified xsi:type="dcterms:W3CDTF">2025-11-09T13:45:37Z</dcterms:modified>
</cp:coreProperties>
</file>